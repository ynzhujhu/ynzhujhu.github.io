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>
        <p:scale>
          <a:sx n="111" d="100"/>
          <a:sy n="111" d="100"/>
        </p:scale>
        <p:origin x="1176" y="416"/>
      </p:cViewPr>
      <p:guideLst>
        <p:guide orient="horz" pos="2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8020-FC01-CE19-EC5C-295F15BE5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15393-4F0B-5736-FEB5-547EBDDE7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E01D-6283-38A4-C2E2-AA1F9A29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B2B9C-7403-52EC-4528-5B534241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7AD3F-C774-E977-A2AA-1C8E0FC3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6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91DB-404B-1DD0-0263-48AE2246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C000-5AD1-EC2C-02D3-D92D81E1B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B2F6F-05D6-71E3-9F3B-DCCEB4F3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F28A-9FEB-DB2E-33F4-346ACC5B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9E2C1-DA22-2B9A-14FA-13DE5DFF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58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AE9A-6D2B-463A-F4CB-725CC35C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911FF-F5A0-90F2-BBA0-CDD23429B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3664-8D72-F8F5-0D99-CCD51C26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3F67D-FA23-F456-E992-F404683C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AD62-3286-3461-F05D-8C16537E4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33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F2B6-A404-52D8-F3A3-BC62890F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B91CB-CD58-E2CE-027D-B520824B6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C0329-0088-E860-C9F6-918696E74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E2C1D-FAC8-4B02-4C39-9B1FBF2FE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3DC13-96E0-04BF-CF0B-F4BC5C6E6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2283-03F7-3EB2-987B-CF1B35CE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60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01B1-651B-328E-94B6-4EFDC7283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A050-23E4-6078-6D28-5913DCB6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572F4-05CF-16B9-CCC0-CDB0F330B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7CAD6-F0E8-8245-3FD4-51B153D24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A8F2D-8FC0-F39A-3CCC-1F3B8FFA6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757E6A-ACA2-A1DF-D4CC-188BDD01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8AE05-A567-666F-2C05-8EE9E17B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BF0477-F7BA-5F16-6FB7-22323F85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8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8FA5-1EFB-0819-3601-59458BD0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98096-280C-E653-B8D0-625D7E59E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272CF-B565-9762-3258-53FC11E8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289A7-3299-57B9-62B8-0652B6E4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62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3E2988-3817-C3D3-4C46-3700E967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FA18B-CAB7-940D-89BA-07488FCB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A071E-EB91-7E4A-F136-E9D6EBCF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FDC2-FA2D-BC89-3C3B-8438DD8F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E429-64F3-8F5E-B35F-941A20BFE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0130D-11CC-E531-4457-8F8D34AF1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E4A31-E711-1E17-1CBB-2E381A76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90081-A32C-E319-621B-C08A3A39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65683-37DD-8031-2A7E-24F8956B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1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A6EC-944A-3147-99C6-61605ABDC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F82CC3-15BC-91A0-9531-229DDD0EA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5DE71-0C21-0176-0FC3-1900AC40E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EF8D2-655A-4596-CC30-721E9357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DB0B8-1D6C-1B5B-86C4-2B730DAC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BE2AC-A5E6-1F4E-2E3C-375621D4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5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2A1E-A34D-5400-C998-330F5AAB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F37AC-56F3-1911-D0B7-1A700B37F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E17B2-1410-C2AB-1FF8-11EE1E4B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0FEFC-8D2F-A1A1-8A8D-8C5F00F3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850D5-4C7D-4C41-A7A1-59D2FED4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8B8E4-BB4B-5082-5C4A-4C502323B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D14F9-C9EE-FF7A-65B6-DE602992E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7C91D-7C66-938C-B124-2127009FB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BB2EA-7954-9988-C144-B919C06B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D4327-4EFC-E7A7-E0F6-51A2AAAC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8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259961-D799-5368-E61A-D34A88C2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7D128-7ED8-143E-94C8-8B39085BB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77ACE-3603-1051-8C2E-D0D850D7B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FD4AB-EE1F-9946-B7F8-E982156F3AA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61D0-1E72-BE61-1070-1B8E1FECC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320C-4DD8-52EB-DE19-8CDE38E2E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77316-69CC-264D-877A-21A5BC67D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9AF8FDD-E387-37E6-C9FE-D7B2F8EEE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070" y="464408"/>
            <a:ext cx="1660680" cy="221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49B4900-95D8-03A9-AF3A-03266037A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516" y="464408"/>
            <a:ext cx="1673214" cy="221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D65B14E-5469-2B2E-EB4C-92E63D740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017" y="2792628"/>
            <a:ext cx="1749485" cy="221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ature Communications - Wikipedia">
            <a:extLst>
              <a:ext uri="{FF2B5EF4-FFF2-40B4-BE49-F238E27FC236}">
                <a16:creationId xmlns:a16="http://schemas.microsoft.com/office/drawing/2014/main" id="{2C67AAA6-159B-613D-5AD4-110BCA001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962" y="464408"/>
            <a:ext cx="1673214" cy="221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ollection of magazines with different designs&#10;&#10;AI-generated content may be incorrect.">
            <a:extLst>
              <a:ext uri="{FF2B5EF4-FFF2-40B4-BE49-F238E27FC236}">
                <a16:creationId xmlns:a16="http://schemas.microsoft.com/office/drawing/2014/main" id="{FDDA4AD3-B54E-3DD8-5EC2-6727A2EE42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310" r="34098" b="49769"/>
          <a:stretch>
            <a:fillRect/>
          </a:stretch>
        </p:blipFill>
        <p:spPr>
          <a:xfrm>
            <a:off x="469199" y="376618"/>
            <a:ext cx="3526728" cy="2391295"/>
          </a:xfrm>
          <a:prstGeom prst="rect">
            <a:avLst/>
          </a:prstGeom>
        </p:spPr>
      </p:pic>
      <p:pic>
        <p:nvPicPr>
          <p:cNvPr id="6" name="Picture 5" descr="A collection of magazines with different designs&#10;&#10;AI-generated content may be incorrect.">
            <a:extLst>
              <a:ext uri="{FF2B5EF4-FFF2-40B4-BE49-F238E27FC236}">
                <a16:creationId xmlns:a16="http://schemas.microsoft.com/office/drawing/2014/main" id="{99E4248E-D2C9-CB94-D676-9E3A4A1000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177" t="3843" r="18418" b="49769"/>
          <a:stretch>
            <a:fillRect/>
          </a:stretch>
        </p:blipFill>
        <p:spPr>
          <a:xfrm>
            <a:off x="469199" y="2792628"/>
            <a:ext cx="1777987" cy="2355506"/>
          </a:xfrm>
          <a:prstGeom prst="rect">
            <a:avLst/>
          </a:prstGeom>
        </p:spPr>
      </p:pic>
      <p:pic>
        <p:nvPicPr>
          <p:cNvPr id="7" name="Picture 6" descr="A collection of magazines with different designs&#10;&#10;AI-generated content may be incorrect.">
            <a:extLst>
              <a:ext uri="{FF2B5EF4-FFF2-40B4-BE49-F238E27FC236}">
                <a16:creationId xmlns:a16="http://schemas.microsoft.com/office/drawing/2014/main" id="{43FC7DF1-3A25-0FA3-9A4C-EE1FC20942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2236" t="3612" r="2359" b="50000"/>
          <a:stretch>
            <a:fillRect/>
          </a:stretch>
        </p:blipFill>
        <p:spPr>
          <a:xfrm>
            <a:off x="2259336" y="2792628"/>
            <a:ext cx="1732843" cy="2295699"/>
          </a:xfrm>
          <a:prstGeom prst="rect">
            <a:avLst/>
          </a:prstGeom>
        </p:spPr>
      </p:pic>
      <p:pic>
        <p:nvPicPr>
          <p:cNvPr id="8" name="Picture 7" descr="A collection of magazines with different designs&#10;&#10;AI-generated content may be incorrect.">
            <a:extLst>
              <a:ext uri="{FF2B5EF4-FFF2-40B4-BE49-F238E27FC236}">
                <a16:creationId xmlns:a16="http://schemas.microsoft.com/office/drawing/2014/main" id="{1BD322B0-9CE6-1980-4B54-FC42FA9FEF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82" t="50730" r="83059" b="2882"/>
          <a:stretch>
            <a:fillRect/>
          </a:stretch>
        </p:blipFill>
        <p:spPr>
          <a:xfrm>
            <a:off x="4082704" y="2767914"/>
            <a:ext cx="1705065" cy="2295699"/>
          </a:xfrm>
          <a:prstGeom prst="rect">
            <a:avLst/>
          </a:prstGeom>
        </p:spPr>
      </p:pic>
      <p:pic>
        <p:nvPicPr>
          <p:cNvPr id="9" name="Picture 8" descr="A collection of magazines with different designs&#10;&#10;AI-generated content may be incorrect.">
            <a:extLst>
              <a:ext uri="{FF2B5EF4-FFF2-40B4-BE49-F238E27FC236}">
                <a16:creationId xmlns:a16="http://schemas.microsoft.com/office/drawing/2014/main" id="{30DCB4B1-6C5B-868F-69AD-03C5122698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056" t="51703" r="66785" b="1909"/>
          <a:stretch>
            <a:fillRect/>
          </a:stretch>
        </p:blipFill>
        <p:spPr>
          <a:xfrm>
            <a:off x="5918222" y="2813480"/>
            <a:ext cx="1749485" cy="2355506"/>
          </a:xfrm>
          <a:prstGeom prst="rect">
            <a:avLst/>
          </a:prstGeom>
        </p:spPr>
      </p:pic>
      <p:pic>
        <p:nvPicPr>
          <p:cNvPr id="11" name="Picture 10" descr="A collection of magazines with different designs&#10;&#10;AI-generated content may be incorrect.">
            <a:extLst>
              <a:ext uri="{FF2B5EF4-FFF2-40B4-BE49-F238E27FC236}">
                <a16:creationId xmlns:a16="http://schemas.microsoft.com/office/drawing/2014/main" id="{24092D12-5F27-255E-8B6D-FDC1EC6322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363" t="50492" r="17855" b="3120"/>
          <a:stretch>
            <a:fillRect/>
          </a:stretch>
        </p:blipFill>
        <p:spPr>
          <a:xfrm>
            <a:off x="4029857" y="376618"/>
            <a:ext cx="1802332" cy="23307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A20F58-FDF1-9BE2-3AFA-8141C1FAB6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0535" y="2792628"/>
            <a:ext cx="1673215" cy="222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6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Yining Zhu</dc:creator>
  <cp:lastModifiedBy>Yining Zhu</cp:lastModifiedBy>
  <cp:revision>2</cp:revision>
  <dcterms:created xsi:type="dcterms:W3CDTF">2025-12-24T18:17:50Z</dcterms:created>
  <dcterms:modified xsi:type="dcterms:W3CDTF">2026-04-19T15:52:35Z</dcterms:modified>
</cp:coreProperties>
</file>